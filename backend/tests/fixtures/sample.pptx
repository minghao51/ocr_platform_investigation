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E2E Testing for Phase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test content for PPTX parsing.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Another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Additional content for testing purposes.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