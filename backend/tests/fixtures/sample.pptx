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Project Update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Q3 2024 Review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Budget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Allocated: $500,000</a:t>
            </a:r>
          </a:p>
          <a:p>
            <a:r>
              <a:t>Spent: $425,000</a:t>
            </a:r>
          </a:p>
          <a:p>
            <a:r>
              <a:t>Remaining: $75,000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Timeline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Phase 1: Complete (Jan-Mar)</a:t>
            </a:r>
          </a:p>
          <a:p>
            <a:r>
              <a:t>Phase 2: In Progress (Apr-Jun)</a:t>
            </a:r>
          </a:p>
          <a:p>
            <a:r>
              <a:t>Phase 3: Planned (Jul-Sep)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